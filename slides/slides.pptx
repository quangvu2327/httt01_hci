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Task Assignment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rảnh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CSC12106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Người-Máy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— 23HTTT01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23127110 Vũ Ngọc Minh Quang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23127385 Lưu Quốc Khánh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23127495 Nguyễn Minh Tiến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Weighted Scoring 0.7/0.3 Greedy • React+Vite+Supabase+Resend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  <p:pic>
        <p:nvPicPr>
          <p:cNvPr id="7" name="Picture 6" descr="Logo-dai-hoc-khoa-hoc-tu-nh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258" y="274320"/>
            <a:ext cx="3304622" cy="3304622"/>
          </a:xfrm>
          <a:prstGeom prst="rect">
            <a:avLst/>
          </a:prstGeom>
        </p:spPr>
      </p:pic>
      <p:pic>
        <p:nvPicPr>
          <p:cNvPr id="9" name="Picture 8" descr="wireframe-export.png">
            <a:extLst>
              <a:ext uri="{FF2B5EF4-FFF2-40B4-BE49-F238E27FC236}">
                <a16:creationId xmlns:a16="http://schemas.microsoft.com/office/drawing/2014/main" id="{522D9D68-D4A4-9A64-CAE2-7E3AFCB9E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29" y="3289279"/>
            <a:ext cx="5172751" cy="32329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073" y="837625"/>
            <a:ext cx="6858000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1. </a:t>
            </a:r>
            <a:r>
              <a:rPr sz="3200" dirty="0" err="1"/>
              <a:t>Vấn</a:t>
            </a:r>
            <a:r>
              <a:rPr sz="3200" dirty="0"/>
              <a:t> </a:t>
            </a:r>
            <a:r>
              <a:rPr sz="3200" dirty="0" err="1"/>
              <a:t>đề</a:t>
            </a:r>
            <a:r>
              <a:rPr sz="3200" dirty="0"/>
              <a:t> &amp; Research n=15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2. Personas (3)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3. Value Proposition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4. Scenario As-Is → To-Be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5. </a:t>
            </a:r>
            <a:r>
              <a:rPr sz="3200" dirty="0" err="1"/>
              <a:t>Giải</a:t>
            </a:r>
            <a:r>
              <a:rPr sz="3200" dirty="0"/>
              <a:t> </a:t>
            </a:r>
            <a:r>
              <a:rPr sz="3200" dirty="0" err="1"/>
              <a:t>pháp</a:t>
            </a:r>
            <a:r>
              <a:rPr sz="3200" dirty="0"/>
              <a:t> &amp; Workflow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6. </a:t>
            </a:r>
            <a:r>
              <a:rPr sz="3200" dirty="0" err="1"/>
              <a:t>Thuật</a:t>
            </a:r>
            <a:r>
              <a:rPr sz="3200" dirty="0"/>
              <a:t> </a:t>
            </a:r>
            <a:r>
              <a:rPr sz="3200" dirty="0" err="1"/>
              <a:t>toán</a:t>
            </a:r>
            <a:r>
              <a:rPr sz="3200" dirty="0"/>
              <a:t> Mapping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7. Wireframe 6 </a:t>
            </a:r>
            <a:r>
              <a:rPr sz="3200" dirty="0" err="1"/>
              <a:t>màn</a:t>
            </a:r>
            <a:r>
              <a:rPr sz="3200" dirty="0"/>
              <a:t> + Prototype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8. </a:t>
            </a:r>
            <a:r>
              <a:rPr sz="3200" dirty="0" err="1"/>
              <a:t>Đánh</a:t>
            </a:r>
            <a:r>
              <a:rPr sz="3200" dirty="0"/>
              <a:t> </a:t>
            </a:r>
            <a:r>
              <a:rPr sz="3200" dirty="0" err="1"/>
              <a:t>giá</a:t>
            </a:r>
            <a:r>
              <a:rPr sz="3200" dirty="0"/>
              <a:t> n=7 (92.9%, SUS 76.8) — 7 </a:t>
            </a:r>
            <a:r>
              <a:rPr sz="3200" dirty="0" err="1"/>
              <a:t>bước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9. </a:t>
            </a:r>
            <a:r>
              <a:rPr sz="3200" dirty="0" err="1"/>
              <a:t>Kết</a:t>
            </a:r>
            <a:r>
              <a:rPr sz="3200" dirty="0"/>
              <a:t> </a:t>
            </a:r>
            <a:r>
              <a:rPr sz="3200" dirty="0" err="1"/>
              <a:t>quả</a:t>
            </a:r>
            <a:r>
              <a:rPr sz="3200" dirty="0"/>
              <a:t>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10–12 phút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73% </a:t>
            </a:r>
            <a:r>
              <a:rPr sz="3200" dirty="0" err="1"/>
              <a:t>dùng</a:t>
            </a:r>
            <a:r>
              <a:rPr sz="3200" dirty="0"/>
              <a:t> chat, 40% Sheets — </a:t>
            </a:r>
            <a:r>
              <a:rPr sz="3200" dirty="0" err="1"/>
              <a:t>giao</a:t>
            </a:r>
            <a:r>
              <a:rPr sz="3200" dirty="0"/>
              <a:t> </a:t>
            </a:r>
            <a:r>
              <a:rPr sz="3200" dirty="0" err="1"/>
              <a:t>cảm</a:t>
            </a:r>
            <a:r>
              <a:rPr sz="3200" dirty="0"/>
              <a:t> </a:t>
            </a:r>
            <a:r>
              <a:rPr sz="3200" dirty="0" err="1"/>
              <a:t>tính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40% </a:t>
            </a:r>
            <a:r>
              <a:rPr sz="3200" dirty="0" err="1"/>
              <a:t>sai</a:t>
            </a:r>
            <a:r>
              <a:rPr sz="3200" dirty="0"/>
              <a:t> </a:t>
            </a:r>
            <a:r>
              <a:rPr sz="3200" dirty="0" err="1"/>
              <a:t>kỹ</a:t>
            </a:r>
            <a:r>
              <a:rPr sz="3200" dirty="0"/>
              <a:t> </a:t>
            </a:r>
            <a:r>
              <a:rPr sz="3200" dirty="0" err="1"/>
              <a:t>năng</a:t>
            </a:r>
            <a:r>
              <a:rPr sz="3200" dirty="0"/>
              <a:t> · 40% </a:t>
            </a:r>
            <a:r>
              <a:rPr sz="3200" dirty="0" err="1"/>
              <a:t>mất</a:t>
            </a:r>
            <a:r>
              <a:rPr sz="3200" dirty="0"/>
              <a:t> </a:t>
            </a:r>
            <a:r>
              <a:rPr sz="3200" dirty="0" err="1"/>
              <a:t>cân</a:t>
            </a:r>
            <a:r>
              <a:rPr sz="3200" dirty="0"/>
              <a:t> </a:t>
            </a:r>
            <a:r>
              <a:rPr sz="3200" dirty="0" err="1"/>
              <a:t>bằng</a:t>
            </a:r>
            <a:r>
              <a:rPr sz="3200" dirty="0"/>
              <a:t> · 33% </a:t>
            </a:r>
            <a:r>
              <a:rPr sz="3200" dirty="0" err="1"/>
              <a:t>không</a:t>
            </a:r>
            <a:r>
              <a:rPr sz="3200" dirty="0"/>
              <a:t> </a:t>
            </a:r>
            <a:r>
              <a:rPr sz="3200" dirty="0" err="1"/>
              <a:t>rõ</a:t>
            </a:r>
            <a:r>
              <a:rPr sz="3200" dirty="0"/>
              <a:t> deadline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Hài</a:t>
            </a:r>
            <a:r>
              <a:rPr sz="3200" dirty="0"/>
              <a:t> </a:t>
            </a:r>
            <a:r>
              <a:rPr sz="3200" dirty="0" err="1"/>
              <a:t>lòng</a:t>
            </a:r>
            <a:r>
              <a:rPr sz="3200" dirty="0"/>
              <a:t> 5.6/10 · </a:t>
            </a:r>
            <a:r>
              <a:rPr sz="3200" dirty="0" err="1"/>
              <a:t>Quá</a:t>
            </a:r>
            <a:r>
              <a:rPr sz="3200" dirty="0"/>
              <a:t> </a:t>
            </a:r>
            <a:r>
              <a:rPr sz="3200" dirty="0" err="1"/>
              <a:t>tải</a:t>
            </a:r>
            <a:r>
              <a:rPr sz="3200" dirty="0"/>
              <a:t> Thường </a:t>
            </a:r>
            <a:r>
              <a:rPr sz="3200" dirty="0" err="1"/>
              <a:t>xuyên</a:t>
            </a:r>
            <a:r>
              <a:rPr sz="3200" dirty="0"/>
              <a:t> 33%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“</a:t>
            </a:r>
            <a:r>
              <a:rPr sz="3200" dirty="0" err="1"/>
              <a:t>Tối</a:t>
            </a:r>
            <a:r>
              <a:rPr sz="3200" dirty="0"/>
              <a:t> </a:t>
            </a:r>
            <a:r>
              <a:rPr sz="3200" dirty="0" err="1"/>
              <a:t>nào</a:t>
            </a:r>
            <a:r>
              <a:rPr sz="3200" dirty="0"/>
              <a:t> </a:t>
            </a:r>
            <a:r>
              <a:rPr sz="3200" dirty="0" err="1"/>
              <a:t>cũng</a:t>
            </a:r>
            <a:r>
              <a:rPr sz="3200" dirty="0"/>
              <a:t> </a:t>
            </a:r>
            <a:r>
              <a:rPr sz="3200" dirty="0" err="1"/>
              <a:t>nhắn</a:t>
            </a:r>
            <a:r>
              <a:rPr sz="3200" dirty="0"/>
              <a:t> </a:t>
            </a:r>
            <a:r>
              <a:rPr sz="3200" dirty="0" err="1"/>
              <a:t>từng</a:t>
            </a:r>
            <a:r>
              <a:rPr sz="3200" dirty="0"/>
              <a:t> </a:t>
            </a:r>
            <a:r>
              <a:rPr sz="3200" dirty="0" err="1"/>
              <a:t>đứa</a:t>
            </a:r>
            <a:r>
              <a:rPr sz="3200" dirty="0"/>
              <a:t> </a:t>
            </a:r>
            <a:r>
              <a:rPr sz="3200" dirty="0" err="1"/>
              <a:t>hỏi</a:t>
            </a:r>
            <a:r>
              <a:rPr sz="3200" dirty="0"/>
              <a:t> </a:t>
            </a:r>
            <a:r>
              <a:rPr sz="3200" dirty="0" err="1"/>
              <a:t>đến</a:t>
            </a:r>
            <a:r>
              <a:rPr sz="3200" dirty="0"/>
              <a:t> </a:t>
            </a:r>
            <a:r>
              <a:rPr sz="3200" dirty="0" err="1"/>
              <a:t>đâu</a:t>
            </a:r>
            <a:r>
              <a:rPr sz="3200" dirty="0"/>
              <a:t> </a:t>
            </a:r>
            <a:r>
              <a:rPr sz="3200" dirty="0" err="1"/>
              <a:t>rồi</a:t>
            </a:r>
            <a:r>
              <a:rPr sz="3200" dirty="0"/>
              <a:t>?” — Minh 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Survey n=15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Personas 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78992"/>
            <a:ext cx="1218882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B4D"/>
                </a:solidFill>
              </a:defRPr>
            </a:pPr>
            <a:r>
              <a:rPr sz="2800" dirty="0"/>
              <a:t>Nguyễn Minh Anh 21t CNTT </a:t>
            </a:r>
            <a:r>
              <a:rPr sz="2800" dirty="0" err="1"/>
              <a:t>năm</a:t>
            </a:r>
            <a:r>
              <a:rPr sz="2800" dirty="0"/>
              <a:t> </a:t>
            </a:r>
            <a:r>
              <a:rPr lang="en-US" sz="2800" dirty="0"/>
              <a:t>2</a:t>
            </a:r>
            <a:r>
              <a:rPr sz="2800" dirty="0"/>
              <a:t> — </a:t>
            </a:r>
            <a:r>
              <a:rPr sz="2800" dirty="0" err="1"/>
              <a:t>Trưởng</a:t>
            </a:r>
            <a:r>
              <a:rPr sz="2800" dirty="0"/>
              <a:t> </a:t>
            </a:r>
            <a:r>
              <a:rPr sz="2800" dirty="0" err="1"/>
              <a:t>nhóm</a:t>
            </a:r>
            <a:r>
              <a:rPr sz="2800" dirty="0"/>
              <a:t> — </a:t>
            </a:r>
            <a:r>
              <a:rPr sz="2800" dirty="0" err="1"/>
              <a:t>cần</a:t>
            </a:r>
            <a:r>
              <a:rPr sz="2800" dirty="0"/>
              <a:t> </a:t>
            </a:r>
            <a:r>
              <a:rPr sz="2800" dirty="0" err="1"/>
              <a:t>thấy</a:t>
            </a:r>
            <a:r>
              <a:rPr sz="2800" dirty="0"/>
              <a:t> ai </a:t>
            </a:r>
            <a:r>
              <a:rPr sz="2800" dirty="0" err="1"/>
              <a:t>rảnh</a:t>
            </a:r>
            <a:r>
              <a:rPr sz="2800" dirty="0"/>
              <a:t>/</a:t>
            </a:r>
            <a:r>
              <a:rPr sz="2800" dirty="0" err="1"/>
              <a:t>quá</a:t>
            </a:r>
            <a:r>
              <a:rPr sz="2800" dirty="0"/>
              <a:t> </a:t>
            </a:r>
            <a:r>
              <a:rPr sz="2800" dirty="0" err="1"/>
              <a:t>tải</a:t>
            </a:r>
            <a:r>
              <a:rPr sz="2800" dirty="0"/>
              <a:t> (</a:t>
            </a:r>
            <a:r>
              <a:rPr sz="2800" dirty="0" err="1"/>
              <a:t>đồng</a:t>
            </a:r>
            <a:r>
              <a:rPr sz="2800" dirty="0"/>
              <a:t> </a:t>
            </a:r>
            <a:r>
              <a:rPr sz="2800" dirty="0" err="1"/>
              <a:t>bộ</a:t>
            </a:r>
            <a:r>
              <a:rPr sz="2800" dirty="0"/>
              <a:t> deep </a:t>
            </a:r>
            <a:r>
              <a:rPr sz="2800" dirty="0" err="1"/>
              <a:t>json</a:t>
            </a:r>
            <a:r>
              <a:rPr sz="28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172B4D"/>
                </a:solidFill>
              </a:defRPr>
            </a:pPr>
            <a:r>
              <a:rPr sz="2800" dirty="0" err="1"/>
              <a:t>Trần</a:t>
            </a:r>
            <a:r>
              <a:rPr sz="2800" dirty="0"/>
              <a:t> Hoàng Dũng 20t KT </a:t>
            </a:r>
            <a:r>
              <a:rPr sz="2800" dirty="0" err="1"/>
              <a:t>năm</a:t>
            </a:r>
            <a:r>
              <a:rPr sz="2800" dirty="0"/>
              <a:t> 2 — Thành </a:t>
            </a:r>
            <a:r>
              <a:rPr sz="2800" dirty="0" err="1"/>
              <a:t>viên</a:t>
            </a:r>
            <a:r>
              <a:rPr sz="2800" dirty="0"/>
              <a:t> — </a:t>
            </a:r>
            <a:r>
              <a:rPr sz="2800" dirty="0" err="1"/>
              <a:t>cần</a:t>
            </a:r>
            <a:r>
              <a:rPr sz="2800" dirty="0"/>
              <a:t> checklist </a:t>
            </a:r>
            <a:r>
              <a:rPr sz="2800" dirty="0" err="1"/>
              <a:t>rõ</a:t>
            </a:r>
            <a:r>
              <a:rPr sz="2800" dirty="0"/>
              <a:t>, </a:t>
            </a:r>
            <a:r>
              <a:rPr sz="2800" dirty="0" err="1"/>
              <a:t>cảnh</a:t>
            </a:r>
            <a:r>
              <a:rPr sz="2800" dirty="0"/>
              <a:t> </a:t>
            </a:r>
            <a:r>
              <a:rPr sz="2800" dirty="0" err="1"/>
              <a:t>báo</a:t>
            </a:r>
            <a:r>
              <a:rPr sz="2800" dirty="0"/>
              <a:t> </a:t>
            </a:r>
            <a:r>
              <a:rPr sz="2800" dirty="0" err="1"/>
              <a:t>quá</a:t>
            </a:r>
            <a:r>
              <a:rPr sz="2800" dirty="0"/>
              <a:t> </a:t>
            </a:r>
            <a:r>
              <a:rPr sz="2800" dirty="0" err="1"/>
              <a:t>tải</a:t>
            </a:r>
            <a:endParaRPr sz="2800" dirty="0"/>
          </a:p>
          <a:p>
            <a:pPr>
              <a:spcAft>
                <a:spcPts val="600"/>
              </a:spcAft>
              <a:defRPr sz="1400">
                <a:solidFill>
                  <a:srgbClr val="172B4D"/>
                </a:solidFill>
              </a:defRPr>
            </a:pPr>
            <a:r>
              <a:rPr sz="2800" dirty="0"/>
              <a:t>Lê Thị Minh Lan 35t — </a:t>
            </a:r>
            <a:r>
              <a:rPr sz="2800" dirty="0" err="1"/>
              <a:t>Giảng</a:t>
            </a:r>
            <a:r>
              <a:rPr sz="2800" dirty="0"/>
              <a:t> </a:t>
            </a:r>
            <a:r>
              <a:rPr sz="2800" dirty="0" err="1"/>
              <a:t>viên</a:t>
            </a:r>
            <a:r>
              <a:rPr sz="2800" dirty="0"/>
              <a:t> — </a:t>
            </a:r>
            <a:r>
              <a:rPr sz="2800" dirty="0" err="1"/>
              <a:t>cần</a:t>
            </a:r>
            <a:r>
              <a:rPr sz="2800" dirty="0"/>
              <a:t> </a:t>
            </a:r>
            <a:r>
              <a:rPr sz="2800" dirty="0" err="1"/>
              <a:t>tiến</a:t>
            </a:r>
            <a:r>
              <a:rPr sz="2800" dirty="0"/>
              <a:t> </a:t>
            </a:r>
            <a:r>
              <a:rPr sz="2800" dirty="0" err="1"/>
              <a:t>độ</a:t>
            </a:r>
            <a:r>
              <a:rPr sz="2800" dirty="0"/>
              <a:t> </a:t>
            </a:r>
            <a:r>
              <a:rPr sz="2800" dirty="0" err="1"/>
              <a:t>thực</a:t>
            </a:r>
            <a:r>
              <a:rPr sz="2800" dirty="0"/>
              <a:t> + </a:t>
            </a:r>
            <a:r>
              <a:rPr sz="2800" dirty="0" err="1"/>
              <a:t>đóng</a:t>
            </a:r>
            <a:r>
              <a:rPr sz="2800" dirty="0"/>
              <a:t> </a:t>
            </a:r>
            <a:r>
              <a:rPr sz="2800" dirty="0" err="1"/>
              <a:t>góp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9 mục Rubric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  <p:pic>
        <p:nvPicPr>
          <p:cNvPr id="7" name="Picture 6" descr="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329" y="2965039"/>
            <a:ext cx="5338916" cy="3892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Value Proposition — Minh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Jobs: </a:t>
            </a:r>
            <a:r>
              <a:rPr sz="3200" dirty="0" err="1"/>
              <a:t>nhập</a:t>
            </a:r>
            <a:r>
              <a:rPr sz="3200" dirty="0"/>
              <a:t> task/skill, </a:t>
            </a:r>
            <a:r>
              <a:rPr sz="3200" dirty="0" err="1"/>
              <a:t>đánh</a:t>
            </a:r>
            <a:r>
              <a:rPr sz="3200" dirty="0"/>
              <a:t> </a:t>
            </a:r>
            <a:r>
              <a:rPr sz="3200" dirty="0" err="1"/>
              <a:t>giá</a:t>
            </a:r>
            <a:r>
              <a:rPr sz="3200" dirty="0"/>
              <a:t> </a:t>
            </a:r>
            <a:r>
              <a:rPr sz="3200" dirty="0" err="1"/>
              <a:t>hồ</a:t>
            </a:r>
            <a:r>
              <a:rPr sz="3200" dirty="0"/>
              <a:t> </a:t>
            </a:r>
            <a:r>
              <a:rPr sz="3200" dirty="0" err="1"/>
              <a:t>sơ</a:t>
            </a:r>
            <a:r>
              <a:rPr sz="3200" dirty="0"/>
              <a:t>, </a:t>
            </a:r>
            <a:r>
              <a:rPr sz="3200" dirty="0" err="1"/>
              <a:t>tinh</a:t>
            </a:r>
            <a:r>
              <a:rPr sz="3200" dirty="0"/>
              <a:t> </a:t>
            </a:r>
            <a:r>
              <a:rPr sz="3200" dirty="0" err="1"/>
              <a:t>chỉnh</a:t>
            </a:r>
            <a:r>
              <a:rPr sz="3200" dirty="0"/>
              <a:t>, Gantt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Pains: </a:t>
            </a:r>
            <a:r>
              <a:rPr sz="3200" dirty="0" err="1"/>
              <a:t>cảm</a:t>
            </a:r>
            <a:r>
              <a:rPr sz="3200" dirty="0"/>
              <a:t> </a:t>
            </a:r>
            <a:r>
              <a:rPr sz="3200" dirty="0" err="1"/>
              <a:t>tính</a:t>
            </a:r>
            <a:r>
              <a:rPr sz="3200" dirty="0"/>
              <a:t>, </a:t>
            </a:r>
            <a:r>
              <a:rPr sz="3200" dirty="0" err="1"/>
              <a:t>mất</a:t>
            </a:r>
            <a:r>
              <a:rPr sz="3200" dirty="0"/>
              <a:t> </a:t>
            </a:r>
            <a:r>
              <a:rPr sz="3200" dirty="0" err="1"/>
              <a:t>thời</a:t>
            </a:r>
            <a:r>
              <a:rPr sz="3200" dirty="0"/>
              <a:t> </a:t>
            </a:r>
            <a:r>
              <a:rPr sz="3200" dirty="0" err="1"/>
              <a:t>gian</a:t>
            </a:r>
            <a:r>
              <a:rPr sz="3200" dirty="0"/>
              <a:t> </a:t>
            </a:r>
            <a:r>
              <a:rPr sz="3200" dirty="0" err="1"/>
              <a:t>nhắc</a:t>
            </a:r>
            <a:r>
              <a:rPr sz="3200" dirty="0"/>
              <a:t>, </a:t>
            </a:r>
            <a:r>
              <a:rPr sz="3200" dirty="0" err="1"/>
              <a:t>khó</a:t>
            </a:r>
            <a:r>
              <a:rPr sz="3200" dirty="0"/>
              <a:t> </a:t>
            </a:r>
            <a:r>
              <a:rPr sz="3200" dirty="0" err="1"/>
              <a:t>phát</a:t>
            </a:r>
            <a:r>
              <a:rPr sz="3200" dirty="0"/>
              <a:t> </a:t>
            </a:r>
            <a:r>
              <a:rPr sz="3200" dirty="0" err="1"/>
              <a:t>hiện</a:t>
            </a:r>
            <a:r>
              <a:rPr sz="3200" dirty="0"/>
              <a:t> </a:t>
            </a:r>
            <a:r>
              <a:rPr sz="3200" dirty="0" err="1"/>
              <a:t>quá</a:t>
            </a:r>
            <a:r>
              <a:rPr sz="3200" dirty="0"/>
              <a:t> </a:t>
            </a:r>
            <a:r>
              <a:rPr sz="3200" dirty="0" err="1"/>
              <a:t>tải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Gains: </a:t>
            </a:r>
            <a:r>
              <a:rPr sz="3200" dirty="0" err="1"/>
              <a:t>công</a:t>
            </a:r>
            <a:r>
              <a:rPr sz="3200" dirty="0"/>
              <a:t> </a:t>
            </a:r>
            <a:r>
              <a:rPr sz="3200" dirty="0" err="1"/>
              <a:t>bằng</a:t>
            </a:r>
            <a:r>
              <a:rPr sz="3200" dirty="0"/>
              <a:t> </a:t>
            </a:r>
            <a:r>
              <a:rPr sz="3200" dirty="0" err="1"/>
              <a:t>minh</a:t>
            </a:r>
            <a:r>
              <a:rPr sz="3200" dirty="0"/>
              <a:t> </a:t>
            </a:r>
            <a:r>
              <a:rPr sz="3200" dirty="0" err="1"/>
              <a:t>bạch</a:t>
            </a:r>
            <a:r>
              <a:rPr sz="3200" dirty="0"/>
              <a:t>, </a:t>
            </a:r>
            <a:r>
              <a:rPr sz="3200" dirty="0" err="1"/>
              <a:t>theo</a:t>
            </a:r>
            <a:r>
              <a:rPr sz="3200" dirty="0"/>
              <a:t> </a:t>
            </a:r>
            <a:r>
              <a:rPr sz="3200" dirty="0" err="1"/>
              <a:t>dõi</a:t>
            </a:r>
            <a:r>
              <a:rPr sz="3200" dirty="0"/>
              <a:t> </a:t>
            </a:r>
            <a:r>
              <a:rPr sz="3200" dirty="0" err="1"/>
              <a:t>không</a:t>
            </a:r>
            <a:r>
              <a:rPr sz="3200" dirty="0"/>
              <a:t> </a:t>
            </a:r>
            <a:r>
              <a:rPr sz="3200" dirty="0" err="1"/>
              <a:t>cần</a:t>
            </a:r>
            <a:r>
              <a:rPr sz="3200" dirty="0"/>
              <a:t> </a:t>
            </a:r>
            <a:r>
              <a:rPr sz="3200" dirty="0" err="1"/>
              <a:t>nhắc</a:t>
            </a:r>
            <a:r>
              <a:rPr sz="3200" dirty="0"/>
              <a:t>, </a:t>
            </a:r>
            <a:r>
              <a:rPr sz="3200" dirty="0" err="1"/>
              <a:t>phát</a:t>
            </a:r>
            <a:r>
              <a:rPr sz="3200" dirty="0"/>
              <a:t> </a:t>
            </a:r>
            <a:r>
              <a:rPr sz="3200" dirty="0" err="1"/>
              <a:t>hiện</a:t>
            </a:r>
            <a:r>
              <a:rPr sz="3200" dirty="0"/>
              <a:t> </a:t>
            </a:r>
            <a:r>
              <a:rPr sz="3200" dirty="0" err="1"/>
              <a:t>sớm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Products: auto-mapping, dashboard, </a:t>
            </a:r>
            <a:r>
              <a:rPr sz="3200" dirty="0" err="1"/>
              <a:t>cảnh</a:t>
            </a:r>
            <a:r>
              <a:rPr sz="3200" dirty="0"/>
              <a:t> </a:t>
            </a:r>
            <a:r>
              <a:rPr sz="3200" dirty="0" err="1"/>
              <a:t>báo</a:t>
            </a:r>
            <a:r>
              <a:rPr sz="3200" dirty="0"/>
              <a:t>, Gantt — Fit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Ảnh: vp_student_leader.png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  <p:pic>
        <p:nvPicPr>
          <p:cNvPr id="7" name="Picture 6" descr="vp_student_l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5333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073" y="1049846"/>
            <a:ext cx="6858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As-Is 5 </a:t>
            </a:r>
            <a:r>
              <a:rPr sz="3200" dirty="0" err="1"/>
              <a:t>bước</a:t>
            </a:r>
            <a:r>
              <a:rPr sz="3200" dirty="0"/>
              <a:t>: chat </a:t>
            </a:r>
            <a:r>
              <a:rPr sz="3200" dirty="0" err="1"/>
              <a:t>trôi</a:t>
            </a:r>
            <a:r>
              <a:rPr sz="3200" dirty="0"/>
              <a:t> → </a:t>
            </a:r>
            <a:r>
              <a:rPr sz="3200" dirty="0" err="1"/>
              <a:t>giao</a:t>
            </a:r>
            <a:r>
              <a:rPr sz="3200" dirty="0"/>
              <a:t> </a:t>
            </a:r>
            <a:r>
              <a:rPr sz="3200" dirty="0" err="1"/>
              <a:t>cảm</a:t>
            </a:r>
            <a:r>
              <a:rPr sz="3200" dirty="0"/>
              <a:t> </a:t>
            </a:r>
            <a:r>
              <a:rPr sz="3200" dirty="0" err="1"/>
              <a:t>tính</a:t>
            </a:r>
            <a:r>
              <a:rPr sz="3200" dirty="0"/>
              <a:t> → Sheets </a:t>
            </a:r>
            <a:r>
              <a:rPr sz="3200" dirty="0" err="1"/>
              <a:t>thủ</a:t>
            </a:r>
            <a:r>
              <a:rPr sz="3200" dirty="0"/>
              <a:t> </a:t>
            </a:r>
            <a:r>
              <a:rPr sz="3200" dirty="0" err="1"/>
              <a:t>công</a:t>
            </a:r>
            <a:r>
              <a:rPr sz="3200" dirty="0"/>
              <a:t> → </a:t>
            </a:r>
            <a:r>
              <a:rPr sz="3200" dirty="0" err="1"/>
              <a:t>kẹt</a:t>
            </a:r>
            <a:r>
              <a:rPr sz="3200" dirty="0"/>
              <a:t> → </a:t>
            </a:r>
            <a:r>
              <a:rPr sz="3200" dirty="0" err="1"/>
              <a:t>nhắn</a:t>
            </a:r>
            <a:r>
              <a:rPr sz="3200" dirty="0"/>
              <a:t> </a:t>
            </a:r>
            <a:r>
              <a:rPr sz="3200" dirty="0" err="1"/>
              <a:t>riêng</a:t>
            </a:r>
            <a:r>
              <a:rPr sz="3200" dirty="0"/>
              <a:t> → </a:t>
            </a:r>
            <a:r>
              <a:rPr sz="3200" dirty="0" err="1"/>
              <a:t>chậm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To-Be 5 </a:t>
            </a:r>
            <a:r>
              <a:rPr sz="3200" dirty="0" err="1"/>
              <a:t>bước</a:t>
            </a:r>
            <a:r>
              <a:rPr sz="3200" dirty="0"/>
              <a:t>: </a:t>
            </a:r>
            <a:r>
              <a:rPr sz="3200" dirty="0" err="1"/>
              <a:t>nhập</a:t>
            </a:r>
            <a:r>
              <a:rPr sz="3200" dirty="0"/>
              <a:t> task/member → Weighted Scoring → </a:t>
            </a:r>
            <a:r>
              <a:rPr sz="3200" dirty="0" err="1"/>
              <a:t>preview+chỉnh</a:t>
            </a:r>
            <a:r>
              <a:rPr sz="3200" dirty="0"/>
              <a:t> </a:t>
            </a:r>
            <a:r>
              <a:rPr sz="3200" dirty="0" err="1"/>
              <a:t>tay</a:t>
            </a:r>
            <a:r>
              <a:rPr sz="3200" dirty="0"/>
              <a:t> → Gantt → mobile/GV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Tương</a:t>
            </a:r>
            <a:r>
              <a:rPr sz="3200" dirty="0"/>
              <a:t> </a:t>
            </a:r>
            <a:r>
              <a:rPr sz="3200" dirty="0" err="1"/>
              <a:t>tác</a:t>
            </a:r>
            <a:r>
              <a:rPr sz="3200" dirty="0"/>
              <a:t> </a:t>
            </a:r>
            <a:r>
              <a:rPr sz="3200" dirty="0" err="1"/>
              <a:t>mới</a:t>
            </a:r>
            <a:r>
              <a:rPr sz="3200" dirty="0"/>
              <a:t>: auto-mapping + override + bulk email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Ảnh</a:t>
            </a:r>
            <a:r>
              <a:rPr sz="3200" dirty="0"/>
              <a:t>: scenario_asis.png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Rubric 5%+5%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  <p:pic>
        <p:nvPicPr>
          <p:cNvPr id="7" name="Picture 6" descr="scenario_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660" y="166854"/>
            <a:ext cx="2606004" cy="65997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Giải pháp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75157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400" dirty="0"/>
              <a:t>Web tool </a:t>
            </a:r>
            <a:r>
              <a:rPr sz="2400" dirty="0" err="1"/>
              <a:t>nhóm</a:t>
            </a:r>
            <a:r>
              <a:rPr sz="2400" dirty="0"/>
              <a:t> </a:t>
            </a:r>
            <a:r>
              <a:rPr sz="2400" dirty="0" err="1"/>
              <a:t>nhỏ</a:t>
            </a:r>
            <a:r>
              <a:rPr sz="2400" dirty="0"/>
              <a:t> 4–5 </a:t>
            </a:r>
            <a:r>
              <a:rPr sz="2400" dirty="0" err="1"/>
              <a:t>người</a:t>
            </a:r>
            <a:endParaRPr sz="24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400" dirty="0"/>
              <a:t>1. Global Tags → 2. Tasks → 3. Members → 4. </a:t>
            </a:r>
            <a:r>
              <a:rPr sz="2400" dirty="0" err="1"/>
              <a:t>Tự</a:t>
            </a:r>
            <a:r>
              <a:rPr sz="2400" dirty="0"/>
              <a:t> </a:t>
            </a:r>
            <a:r>
              <a:rPr sz="2400" dirty="0" err="1"/>
              <a:t>động</a:t>
            </a:r>
            <a:r>
              <a:rPr sz="2400" dirty="0"/>
              <a:t> → 5. </a:t>
            </a:r>
            <a:r>
              <a:rPr sz="2400" dirty="0" err="1"/>
              <a:t>Chỉnh</a:t>
            </a:r>
            <a:r>
              <a:rPr sz="2400" dirty="0"/>
              <a:t> </a:t>
            </a:r>
            <a:r>
              <a:rPr sz="2400" dirty="0" err="1"/>
              <a:t>tay</a:t>
            </a:r>
            <a:r>
              <a:rPr sz="2400" dirty="0"/>
              <a:t> → 6. </a:t>
            </a:r>
            <a:r>
              <a:rPr sz="2400" dirty="0" err="1"/>
              <a:t>Gửi</a:t>
            </a:r>
            <a:r>
              <a:rPr sz="2400" dirty="0"/>
              <a:t> mail → 7. Kanban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400" dirty="0"/>
              <a:t>Stack: </a:t>
            </a:r>
            <a:r>
              <a:rPr sz="2400" dirty="0" err="1"/>
              <a:t>React+Vite+Tailwind</a:t>
            </a:r>
            <a:r>
              <a:rPr sz="2400" dirty="0"/>
              <a:t> + </a:t>
            </a:r>
            <a:r>
              <a:rPr sz="2400" dirty="0" err="1"/>
              <a:t>Supabase+Resend+Vercel</a:t>
            </a:r>
            <a:endParaRPr sz="24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400" dirty="0"/>
              <a:t>Header CSC12106 — Human Computer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Thuật toán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skill_score</a:t>
            </a:r>
            <a:r>
              <a:rPr sz="3200" dirty="0"/>
              <a:t>=match/total · </a:t>
            </a:r>
            <a:r>
              <a:rPr sz="3200" dirty="0" err="1"/>
              <a:t>avail_score</a:t>
            </a:r>
            <a:r>
              <a:rPr sz="3200" dirty="0"/>
              <a:t>=1 </a:t>
            </a:r>
            <a:r>
              <a:rPr sz="3200" dirty="0" err="1"/>
              <a:t>nếu</a:t>
            </a:r>
            <a:r>
              <a:rPr sz="3200" dirty="0"/>
              <a:t> </a:t>
            </a:r>
            <a:r>
              <a:rPr sz="3200" dirty="0" err="1"/>
              <a:t>đủ</a:t>
            </a:r>
            <a:r>
              <a:rPr sz="3200" dirty="0"/>
              <a:t> </a:t>
            </a:r>
            <a:r>
              <a:rPr sz="3200" dirty="0" err="1"/>
              <a:t>giờ</a:t>
            </a:r>
            <a:r>
              <a:rPr sz="3200" dirty="0"/>
              <a:t> else remaining/hours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total=0.7*skill+0.3*avail → High≥80 </a:t>
            </a:r>
            <a:r>
              <a:rPr sz="3200" dirty="0" err="1"/>
              <a:t>xanh</a:t>
            </a:r>
            <a:r>
              <a:rPr sz="3200" dirty="0"/>
              <a:t> #00875A / Mid </a:t>
            </a:r>
            <a:r>
              <a:rPr sz="3200" dirty="0" err="1"/>
              <a:t>vàng</a:t>
            </a:r>
            <a:r>
              <a:rPr sz="3200" dirty="0"/>
              <a:t> / Low </a:t>
            </a:r>
            <a:r>
              <a:rPr sz="3200" dirty="0" err="1"/>
              <a:t>đỏ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Greedy: sort </a:t>
            </a:r>
            <a:r>
              <a:rPr sz="3200" dirty="0" err="1"/>
              <a:t>priority→hours</a:t>
            </a:r>
            <a:r>
              <a:rPr sz="3200" dirty="0"/>
              <a:t>, </a:t>
            </a:r>
            <a:r>
              <a:rPr sz="3200" dirty="0" err="1"/>
              <a:t>chọn</a:t>
            </a:r>
            <a:r>
              <a:rPr sz="3200" dirty="0"/>
              <a:t> </a:t>
            </a:r>
            <a:r>
              <a:rPr sz="3200" dirty="0" err="1"/>
              <a:t>bestScore</a:t>
            </a:r>
            <a:r>
              <a:rPr sz="3200" dirty="0"/>
              <a:t> </a:t>
            </a:r>
            <a:r>
              <a:rPr sz="3200" dirty="0" err="1"/>
              <a:t>còn</a:t>
            </a:r>
            <a:r>
              <a:rPr sz="3200" dirty="0"/>
              <a:t> </a:t>
            </a:r>
            <a:r>
              <a:rPr sz="3200" dirty="0" err="1"/>
              <a:t>đủ</a:t>
            </a:r>
            <a:r>
              <a:rPr sz="3200" dirty="0"/>
              <a:t> </a:t>
            </a:r>
            <a:r>
              <a:rPr sz="3200" dirty="0" err="1"/>
              <a:t>giờ</a:t>
            </a:r>
            <a:r>
              <a:rPr sz="3200" dirty="0"/>
              <a:t>, </a:t>
            </a:r>
            <a:r>
              <a:rPr sz="3200" dirty="0" err="1"/>
              <a:t>trừ</a:t>
            </a:r>
            <a:r>
              <a:rPr sz="3200" dirty="0"/>
              <a:t> remaining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Code: assignmentAlgorithm.js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Wireframe 6 màn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097280"/>
            <a:ext cx="99354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800" dirty="0"/>
              <a:t>Hybrid </a:t>
            </a:r>
            <a:r>
              <a:rPr sz="2800" dirty="0" err="1"/>
              <a:t>Jira+Trello+Asana+Linear</a:t>
            </a:r>
            <a:r>
              <a:rPr sz="2800" dirty="0"/>
              <a:t> — #0052CC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800" dirty="0"/>
              <a:t>Dashboard (</a:t>
            </a:r>
            <a:r>
              <a:rPr sz="2800" dirty="0" err="1"/>
              <a:t>stats+pool</a:t>
            </a:r>
            <a:r>
              <a:rPr sz="2800" dirty="0"/>
              <a:t>) · Tasks · Members · </a:t>
            </a:r>
            <a:r>
              <a:rPr sz="2800" dirty="0" err="1"/>
              <a:t>Gợi</a:t>
            </a:r>
            <a:r>
              <a:rPr sz="2800" dirty="0"/>
              <a:t> ý (slider w1/w2) · Kanban 4 </a:t>
            </a:r>
            <a:r>
              <a:rPr sz="2800" dirty="0" err="1"/>
              <a:t>cột</a:t>
            </a:r>
            <a:r>
              <a:rPr sz="2800" dirty="0"/>
              <a:t> · Dialog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000" dirty="0" err="1"/>
              <a:t>Quyết</a:t>
            </a:r>
            <a:r>
              <a:rPr sz="2000" dirty="0"/>
              <a:t> </a:t>
            </a:r>
            <a:r>
              <a:rPr sz="2000" dirty="0" err="1"/>
              <a:t>định</a:t>
            </a:r>
            <a:r>
              <a:rPr sz="2000" dirty="0"/>
              <a:t>: DESIGN_DECISIONS.md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2000" dirty="0" err="1"/>
              <a:t>Ảnh</a:t>
            </a:r>
            <a:r>
              <a:rPr sz="2000" dirty="0"/>
              <a:t>: wireframe-export.png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  <p:pic>
        <p:nvPicPr>
          <p:cNvPr id="6" name="Picture 5" descr="wireframe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27" y="2336146"/>
            <a:ext cx="6227753" cy="3892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Prototype tương tác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React+Vite</a:t>
            </a:r>
            <a:r>
              <a:rPr sz="3200" dirty="0"/>
              <a:t> — 5 tasks/4 members </a:t>
            </a:r>
            <a:r>
              <a:rPr sz="3200" dirty="0" err="1"/>
              <a:t>mẫu</a:t>
            </a:r>
            <a:endParaRPr sz="3200"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Thêm</a:t>
            </a:r>
            <a:r>
              <a:rPr sz="3200" dirty="0"/>
              <a:t>/</a:t>
            </a:r>
            <a:r>
              <a:rPr sz="3200" dirty="0" err="1"/>
              <a:t>sửa</a:t>
            </a:r>
            <a:r>
              <a:rPr sz="3200" dirty="0"/>
              <a:t>/</a:t>
            </a:r>
            <a:r>
              <a:rPr sz="3200" dirty="0" err="1"/>
              <a:t>xóa</a:t>
            </a:r>
            <a:r>
              <a:rPr sz="3200" dirty="0"/>
              <a:t>, import CSV, </a:t>
            </a:r>
            <a:r>
              <a:rPr sz="3200" dirty="0" err="1"/>
              <a:t>chạy</a:t>
            </a:r>
            <a:r>
              <a:rPr sz="3200" dirty="0"/>
              <a:t> mapping 5 </a:t>
            </a:r>
            <a:r>
              <a:rPr sz="3200" dirty="0" err="1"/>
              <a:t>bước</a:t>
            </a:r>
            <a:r>
              <a:rPr sz="3200" dirty="0"/>
              <a:t>, </a:t>
            </a:r>
            <a:r>
              <a:rPr sz="3200" dirty="0" err="1"/>
              <a:t>preview+override</a:t>
            </a:r>
            <a:r>
              <a:rPr sz="3200" dirty="0"/>
              <a:t>, </a:t>
            </a:r>
            <a:r>
              <a:rPr sz="3200" dirty="0" err="1"/>
              <a:t>gửi</a:t>
            </a:r>
            <a:r>
              <a:rPr sz="3200" dirty="0"/>
              <a:t> mail, Kanban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Chạy</a:t>
            </a:r>
            <a:r>
              <a:rPr sz="3200" dirty="0"/>
              <a:t>: cd prototype &amp;&amp; </a:t>
            </a:r>
            <a:r>
              <a:rPr sz="3200" dirty="0" err="1"/>
              <a:t>npm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&amp;&amp; </a:t>
            </a:r>
            <a:r>
              <a:rPr sz="3200" dirty="0" err="1"/>
              <a:t>npm</a:t>
            </a:r>
            <a:r>
              <a:rPr sz="3200" dirty="0"/>
              <a:t> run dev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7 cases TC01-07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Đánh giá n=7 (7 bước)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Goals: completion≥85%, time&lt;300s, </a:t>
            </a:r>
            <a:r>
              <a:rPr sz="3200" dirty="0" err="1"/>
              <a:t>hiểu</a:t>
            </a:r>
            <a:r>
              <a:rPr sz="3200" dirty="0"/>
              <a:t> badge, SUS≥68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T1-T6 think-aloud · SUS 10 </a:t>
            </a:r>
            <a:r>
              <a:rPr sz="3200" dirty="0" err="1"/>
              <a:t>câu</a:t>
            </a:r>
            <a:r>
              <a:rPr sz="3200" dirty="0"/>
              <a:t> · </a:t>
            </a:r>
            <a:r>
              <a:rPr sz="3200" dirty="0" err="1"/>
              <a:t>quan</a:t>
            </a:r>
            <a:r>
              <a:rPr sz="3200" dirty="0"/>
              <a:t> </a:t>
            </a:r>
            <a:r>
              <a:rPr sz="3200" dirty="0" err="1"/>
              <a:t>sát</a:t>
            </a:r>
            <a:r>
              <a:rPr sz="3200" dirty="0"/>
              <a:t> + screen record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 err="1"/>
              <a:t>Kết</a:t>
            </a:r>
            <a:r>
              <a:rPr sz="3200" dirty="0"/>
              <a:t> </a:t>
            </a:r>
            <a:r>
              <a:rPr sz="3200" dirty="0" err="1"/>
              <a:t>quả</a:t>
            </a:r>
            <a:r>
              <a:rPr sz="3200" dirty="0"/>
              <a:t>: 39/42=92.9% · time mean230s t=-4.21 p=0.0056 </a:t>
            </a:r>
            <a:r>
              <a:rPr sz="3200" dirty="0" err="1"/>
              <a:t>đạt</a:t>
            </a:r>
            <a:r>
              <a:rPr sz="3200" dirty="0"/>
              <a:t> · SUS76.8 Good</a:t>
            </a:r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r>
              <a:rPr sz="3200" dirty="0"/>
              <a:t>Issues: pool </a:t>
            </a:r>
            <a:r>
              <a:rPr sz="3200" dirty="0" err="1"/>
              <a:t>chưa</a:t>
            </a:r>
            <a:r>
              <a:rPr sz="3200" dirty="0"/>
              <a:t> </a:t>
            </a:r>
            <a:r>
              <a:rPr sz="3200" dirty="0" err="1"/>
              <a:t>nổi</a:t>
            </a:r>
            <a:r>
              <a:rPr sz="3200" dirty="0"/>
              <a:t>, badge Low, </a:t>
            </a:r>
            <a:r>
              <a:rPr sz="3200" dirty="0" err="1"/>
              <a:t>quên</a:t>
            </a:r>
            <a:r>
              <a:rPr sz="3200" dirty="0"/>
              <a:t> tick → </a:t>
            </a:r>
            <a:r>
              <a:rPr sz="3200" dirty="0" err="1"/>
              <a:t>cải</a:t>
            </a:r>
            <a:r>
              <a:rPr sz="3200" dirty="0"/>
              <a:t> </a:t>
            </a:r>
            <a:r>
              <a:rPr sz="3200" dirty="0" err="1"/>
              <a:t>tiến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78C"/>
                </a:solidFill>
              </a:defRPr>
            </a:pPr>
            <a:r>
              <a:t>evaluation/report.md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6542" y="2838872"/>
            <a:ext cx="112745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rPr sz="6000" dirty="0"/>
              <a:t>Q&amp;A — </a:t>
            </a:r>
            <a:r>
              <a:rPr sz="6000" dirty="0" err="1"/>
              <a:t>Cảm</a:t>
            </a:r>
            <a:r>
              <a:rPr sz="6000" dirty="0"/>
              <a:t> </a:t>
            </a:r>
            <a:r>
              <a:rPr sz="6000" dirty="0" err="1"/>
              <a:t>ơn</a:t>
            </a:r>
            <a:r>
              <a:rPr sz="6000" dirty="0"/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72B4D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78C"/>
                </a:solidFill>
              </a:defRPr>
            </a:pPr>
            <a:r>
              <a:t>TaskAssign AI — Nhóm 8 • 23HTTT01 • CSC12106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803</Words>
  <Application>Microsoft Office PowerPoint</Application>
  <PresentationFormat>Custom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Thuỵ Phương Hằng</cp:lastModifiedBy>
  <cp:revision>2</cp:revision>
  <dcterms:created xsi:type="dcterms:W3CDTF">2013-01-27T09:14:16Z</dcterms:created>
  <dcterms:modified xsi:type="dcterms:W3CDTF">2026-09-03T02:57:45Z</dcterms:modified>
  <cp:category/>
</cp:coreProperties>
</file>